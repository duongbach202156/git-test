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8" r:id="rId3"/>
    <p:sldId id="267" r:id="rId4"/>
    <p:sldId id="260" r:id="rId5"/>
    <p:sldId id="259" r:id="rId6"/>
    <p:sldId id="261" r:id="rId7"/>
    <p:sldId id="264" r:id="rId8"/>
    <p:sldId id="266" r:id="rId9"/>
    <p:sldId id="265" r:id="rId10"/>
    <p:sldId id="262" r:id="rId11"/>
    <p:sldId id="25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692A62-2E32-482D-A4B1-77FEE82E2653}" v="111" dt="2025-11-10T16:54:18.743"/>
    <p1510:client id="{E69CAC52-A8F9-41DC-B31F-E458F096B6DD}" v="165" dt="2025-11-11T00:06:52.4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ong bach" userId="3a18e1e8a4c0b773" providerId="Windows Live" clId="Web-{6C692A62-2E32-482D-A4B1-77FEE82E2653}"/>
    <pc:docChg chg="addSld modSld sldOrd">
      <pc:chgData name="duong bach" userId="3a18e1e8a4c0b773" providerId="Windows Live" clId="Web-{6C692A62-2E32-482D-A4B1-77FEE82E2653}" dt="2025-11-10T16:54:18.743" v="99" actId="14100"/>
      <pc:docMkLst>
        <pc:docMk/>
      </pc:docMkLst>
      <pc:sldChg chg="addSp delSp modSp new ord">
        <pc:chgData name="duong bach" userId="3a18e1e8a4c0b773" providerId="Windows Live" clId="Web-{6C692A62-2E32-482D-A4B1-77FEE82E2653}" dt="2025-11-10T16:11:43.893" v="79" actId="20577"/>
        <pc:sldMkLst>
          <pc:docMk/>
          <pc:sldMk cId="4134215223" sldId="257"/>
        </pc:sldMkLst>
        <pc:spChg chg="mod">
          <ac:chgData name="duong bach" userId="3a18e1e8a4c0b773" providerId="Windows Live" clId="Web-{6C692A62-2E32-482D-A4B1-77FEE82E2653}" dt="2025-11-10T16:11:43.893" v="79" actId="20577"/>
          <ac:spMkLst>
            <pc:docMk/>
            <pc:sldMk cId="4134215223" sldId="257"/>
            <ac:spMk id="2" creationId="{B713D3AC-E701-1B0B-8AE2-D117DA870A54}"/>
          </ac:spMkLst>
        </pc:spChg>
        <pc:spChg chg="del">
          <ac:chgData name="duong bach" userId="3a18e1e8a4c0b773" providerId="Windows Live" clId="Web-{6C692A62-2E32-482D-A4B1-77FEE82E2653}" dt="2025-11-10T15:17:40.324" v="1"/>
          <ac:spMkLst>
            <pc:docMk/>
            <pc:sldMk cId="4134215223" sldId="257"/>
            <ac:spMk id="3" creationId="{4DDBACD6-EE3B-7727-D168-275593534293}"/>
          </ac:spMkLst>
        </pc:spChg>
        <pc:picChg chg="add mod ord">
          <ac:chgData name="duong bach" userId="3a18e1e8a4c0b773" providerId="Windows Live" clId="Web-{6C692A62-2E32-482D-A4B1-77FEE82E2653}" dt="2025-11-10T15:17:40.324" v="1"/>
          <ac:picMkLst>
            <pc:docMk/>
            <pc:sldMk cId="4134215223" sldId="257"/>
            <ac:picMk id="4" creationId="{9B39ED1A-8ECC-E0F1-8DB2-CBF6A5380F97}"/>
          </ac:picMkLst>
        </pc:picChg>
      </pc:sldChg>
      <pc:sldChg chg="modSp new">
        <pc:chgData name="duong bach" userId="3a18e1e8a4c0b773" providerId="Windows Live" clId="Web-{6C692A62-2E32-482D-A4B1-77FEE82E2653}" dt="2025-11-10T16:14:31.308" v="94" actId="20577"/>
        <pc:sldMkLst>
          <pc:docMk/>
          <pc:sldMk cId="3740751344" sldId="258"/>
        </pc:sldMkLst>
        <pc:spChg chg="mod">
          <ac:chgData name="duong bach" userId="3a18e1e8a4c0b773" providerId="Windows Live" clId="Web-{6C692A62-2E32-482D-A4B1-77FEE82E2653}" dt="2025-11-10T16:14:31.308" v="94" actId="20577"/>
          <ac:spMkLst>
            <pc:docMk/>
            <pc:sldMk cId="3740751344" sldId="258"/>
            <ac:spMk id="2" creationId="{CA38C378-5218-300B-FF79-D2A0FA0BBAE1}"/>
          </ac:spMkLst>
        </pc:spChg>
        <pc:spChg chg="mod">
          <ac:chgData name="duong bach" userId="3a18e1e8a4c0b773" providerId="Windows Live" clId="Web-{6C692A62-2E32-482D-A4B1-77FEE82E2653}" dt="2025-11-10T16:13:20.289" v="85" actId="20577"/>
          <ac:spMkLst>
            <pc:docMk/>
            <pc:sldMk cId="3740751344" sldId="258"/>
            <ac:spMk id="3" creationId="{57B8A91B-32B3-61C4-FF25-9CC7CD341539}"/>
          </ac:spMkLst>
        </pc:spChg>
      </pc:sldChg>
      <pc:sldChg chg="addSp delSp modSp add replId">
        <pc:chgData name="duong bach" userId="3a18e1e8a4c0b773" providerId="Windows Live" clId="Web-{6C692A62-2E32-482D-A4B1-77FEE82E2653}" dt="2025-11-10T16:08:49.199" v="57" actId="14100"/>
        <pc:sldMkLst>
          <pc:docMk/>
          <pc:sldMk cId="1031097508" sldId="259"/>
        </pc:sldMkLst>
        <pc:spChg chg="del mod">
          <ac:chgData name="duong bach" userId="3a18e1e8a4c0b773" providerId="Windows Live" clId="Web-{6C692A62-2E32-482D-A4B1-77FEE82E2653}" dt="2025-11-10T16:01:42.361" v="34"/>
          <ac:spMkLst>
            <pc:docMk/>
            <pc:sldMk cId="1031097508" sldId="259"/>
            <ac:spMk id="3" creationId="{91C77D23-4A3E-53BD-73E4-07FD3BB0EA4C}"/>
          </ac:spMkLst>
        </pc:spChg>
        <pc:spChg chg="add del mod">
          <ac:chgData name="duong bach" userId="3a18e1e8a4c0b773" providerId="Windows Live" clId="Web-{6C692A62-2E32-482D-A4B1-77FEE82E2653}" dt="2025-11-10T16:01:52.361" v="36"/>
          <ac:spMkLst>
            <pc:docMk/>
            <pc:sldMk cId="1031097508" sldId="259"/>
            <ac:spMk id="6" creationId="{A9BF0C2C-F7D0-4017-E234-C2952FF010E6}"/>
          </ac:spMkLst>
        </pc:spChg>
        <pc:spChg chg="add del mod">
          <ac:chgData name="duong bach" userId="3a18e1e8a4c0b773" providerId="Windows Live" clId="Web-{6C692A62-2E32-482D-A4B1-77FEE82E2653}" dt="2025-11-10T16:02:09.268" v="38"/>
          <ac:spMkLst>
            <pc:docMk/>
            <pc:sldMk cId="1031097508" sldId="259"/>
            <ac:spMk id="9" creationId="{88B3B338-B477-E4C9-34DC-6DF8C209F88A}"/>
          </ac:spMkLst>
        </pc:spChg>
        <pc:spChg chg="add del mod">
          <ac:chgData name="duong bach" userId="3a18e1e8a4c0b773" providerId="Windows Live" clId="Web-{6C692A62-2E32-482D-A4B1-77FEE82E2653}" dt="2025-11-10T16:02:30.346" v="40"/>
          <ac:spMkLst>
            <pc:docMk/>
            <pc:sldMk cId="1031097508" sldId="259"/>
            <ac:spMk id="12" creationId="{F543A972-5F0C-E089-8074-941FF1C98774}"/>
          </ac:spMkLst>
        </pc:spChg>
        <pc:spChg chg="add del mod">
          <ac:chgData name="duong bach" userId="3a18e1e8a4c0b773" providerId="Windows Live" clId="Web-{6C692A62-2E32-482D-A4B1-77FEE82E2653}" dt="2025-11-10T16:08:02.995" v="51"/>
          <ac:spMkLst>
            <pc:docMk/>
            <pc:sldMk cId="1031097508" sldId="259"/>
            <ac:spMk id="15" creationId="{84F0F7F9-F427-8CBB-FA31-FC5BFB5E27EE}"/>
          </ac:spMkLst>
        </pc:spChg>
        <pc:spChg chg="add del mod">
          <ac:chgData name="duong bach" userId="3a18e1e8a4c0b773" providerId="Windows Live" clId="Web-{6C692A62-2E32-482D-A4B1-77FEE82E2653}" dt="2025-11-10T16:08:36.730" v="53"/>
          <ac:spMkLst>
            <pc:docMk/>
            <pc:sldMk cId="1031097508" sldId="259"/>
            <ac:spMk id="18" creationId="{56331B70-CD34-A8C5-ADE3-9CFA86C20B54}"/>
          </ac:spMkLst>
        </pc:spChg>
        <pc:picChg chg="add del mod ord">
          <ac:chgData name="duong bach" userId="3a18e1e8a4c0b773" providerId="Windows Live" clId="Web-{6C692A62-2E32-482D-A4B1-77FEE82E2653}" dt="2025-11-10T16:01:50.627" v="35"/>
          <ac:picMkLst>
            <pc:docMk/>
            <pc:sldMk cId="1031097508" sldId="259"/>
            <ac:picMk id="4" creationId="{7C25BB72-F1EA-3B59-067C-5271B3361CF3}"/>
          </ac:picMkLst>
        </pc:picChg>
        <pc:picChg chg="add del mod ord">
          <ac:chgData name="duong bach" userId="3a18e1e8a4c0b773" providerId="Windows Live" clId="Web-{6C692A62-2E32-482D-A4B1-77FEE82E2653}" dt="2025-11-10T16:01:58.049" v="37"/>
          <ac:picMkLst>
            <pc:docMk/>
            <pc:sldMk cId="1031097508" sldId="259"/>
            <ac:picMk id="7" creationId="{208260D0-11FE-94FF-B1F4-9507F0C1BBE6}"/>
          </ac:picMkLst>
        </pc:picChg>
        <pc:picChg chg="add del mod ord">
          <ac:chgData name="duong bach" userId="3a18e1e8a4c0b773" providerId="Windows Live" clId="Web-{6C692A62-2E32-482D-A4B1-77FEE82E2653}" dt="2025-11-10T16:02:13.471" v="39"/>
          <ac:picMkLst>
            <pc:docMk/>
            <pc:sldMk cId="1031097508" sldId="259"/>
            <ac:picMk id="10" creationId="{D3BB2C44-63D3-9184-B9D8-112559A84B86}"/>
          </ac:picMkLst>
        </pc:picChg>
        <pc:picChg chg="add del mod ord">
          <ac:chgData name="duong bach" userId="3a18e1e8a4c0b773" providerId="Windows Live" clId="Web-{6C692A62-2E32-482D-A4B1-77FEE82E2653}" dt="2025-11-10T16:02:36.158" v="41"/>
          <ac:picMkLst>
            <pc:docMk/>
            <pc:sldMk cId="1031097508" sldId="259"/>
            <ac:picMk id="13" creationId="{BF2F39EE-0615-34FD-D6A7-F92EE425642D}"/>
          </ac:picMkLst>
        </pc:picChg>
        <pc:picChg chg="add del mod ord">
          <ac:chgData name="duong bach" userId="3a18e1e8a4c0b773" providerId="Windows Live" clId="Web-{6C692A62-2E32-482D-A4B1-77FEE82E2653}" dt="2025-11-10T16:08:05.557" v="52"/>
          <ac:picMkLst>
            <pc:docMk/>
            <pc:sldMk cId="1031097508" sldId="259"/>
            <ac:picMk id="16" creationId="{C4F19053-136F-208F-875D-62A646C3BD7E}"/>
          </ac:picMkLst>
        </pc:picChg>
        <pc:picChg chg="add mod ord">
          <ac:chgData name="duong bach" userId="3a18e1e8a4c0b773" providerId="Windows Live" clId="Web-{6C692A62-2E32-482D-A4B1-77FEE82E2653}" dt="2025-11-10T16:08:49.199" v="57" actId="14100"/>
          <ac:picMkLst>
            <pc:docMk/>
            <pc:sldMk cId="1031097508" sldId="259"/>
            <ac:picMk id="19" creationId="{5021F648-D6AF-DDD4-D277-557A15C702D0}"/>
          </ac:picMkLst>
        </pc:picChg>
      </pc:sldChg>
      <pc:sldChg chg="add replId">
        <pc:chgData name="duong bach" userId="3a18e1e8a4c0b773" providerId="Windows Live" clId="Web-{6C692A62-2E32-482D-A4B1-77FEE82E2653}" dt="2025-11-10T16:12:13.723" v="80"/>
        <pc:sldMkLst>
          <pc:docMk/>
          <pc:sldMk cId="3504440338" sldId="260"/>
        </pc:sldMkLst>
      </pc:sldChg>
      <pc:sldChg chg="addSp delSp modSp add replId">
        <pc:chgData name="duong bach" userId="3a18e1e8a4c0b773" providerId="Windows Live" clId="Web-{6C692A62-2E32-482D-A4B1-77FEE82E2653}" dt="2025-11-10T16:54:18.743" v="99" actId="14100"/>
        <pc:sldMkLst>
          <pc:docMk/>
          <pc:sldMk cId="986407772" sldId="261"/>
        </pc:sldMkLst>
        <pc:spChg chg="add del mod">
          <ac:chgData name="duong bach" userId="3a18e1e8a4c0b773" providerId="Windows Live" clId="Web-{6C692A62-2E32-482D-A4B1-77FEE82E2653}" dt="2025-11-10T16:54:09.148" v="97"/>
          <ac:spMkLst>
            <pc:docMk/>
            <pc:sldMk cId="986407772" sldId="261"/>
            <ac:spMk id="5" creationId="{4FD1A6B9-726C-3312-719D-AA19350177F3}"/>
          </ac:spMkLst>
        </pc:spChg>
        <pc:picChg chg="del">
          <ac:chgData name="duong bach" userId="3a18e1e8a4c0b773" providerId="Windows Live" clId="Web-{6C692A62-2E32-482D-A4B1-77FEE82E2653}" dt="2025-11-10T16:54:05.414" v="96"/>
          <ac:picMkLst>
            <pc:docMk/>
            <pc:sldMk cId="986407772" sldId="261"/>
            <ac:picMk id="4" creationId="{3DD79822-3FAB-1970-203A-031A0ABC27D8}"/>
          </ac:picMkLst>
        </pc:picChg>
        <pc:picChg chg="add mod ord">
          <ac:chgData name="duong bach" userId="3a18e1e8a4c0b773" providerId="Windows Live" clId="Web-{6C692A62-2E32-482D-A4B1-77FEE82E2653}" dt="2025-11-10T16:54:18.743" v="99" actId="14100"/>
          <ac:picMkLst>
            <pc:docMk/>
            <pc:sldMk cId="986407772" sldId="261"/>
            <ac:picMk id="6" creationId="{07400552-9617-D121-AC7B-5FCFF23D850D}"/>
          </ac:picMkLst>
        </pc:picChg>
      </pc:sldChg>
    </pc:docChg>
  </pc:docChgLst>
  <pc:docChgLst>
    <pc:chgData name="duong bach" userId="3a18e1e8a4c0b773" providerId="Windows Live" clId="Web-{E69CAC52-A8F9-41DC-B31F-E458F096B6DD}"/>
    <pc:docChg chg="addSld delSld modSld sldOrd">
      <pc:chgData name="duong bach" userId="3a18e1e8a4c0b773" providerId="Windows Live" clId="Web-{E69CAC52-A8F9-41DC-B31F-E458F096B6DD}" dt="2025-11-11T00:06:52.441" v="158" actId="1076"/>
      <pc:docMkLst>
        <pc:docMk/>
      </pc:docMkLst>
      <pc:sldChg chg="modSp ord">
        <pc:chgData name="duong bach" userId="3a18e1e8a4c0b773" providerId="Windows Live" clId="Web-{E69CAC52-A8F9-41DC-B31F-E458F096B6DD}" dt="2025-11-10T23:39:34.673" v="56"/>
        <pc:sldMkLst>
          <pc:docMk/>
          <pc:sldMk cId="4134215223" sldId="257"/>
        </pc:sldMkLst>
        <pc:spChg chg="mod">
          <ac:chgData name="duong bach" userId="3a18e1e8a4c0b773" providerId="Windows Live" clId="Web-{E69CAC52-A8F9-41DC-B31F-E458F096B6DD}" dt="2025-11-10T23:34:03.304" v="12" actId="20577"/>
          <ac:spMkLst>
            <pc:docMk/>
            <pc:sldMk cId="4134215223" sldId="257"/>
            <ac:spMk id="2" creationId="{B713D3AC-E701-1B0B-8AE2-D117DA870A54}"/>
          </ac:spMkLst>
        </pc:spChg>
      </pc:sldChg>
      <pc:sldChg chg="addSp delSp modSp">
        <pc:chgData name="duong bach" userId="3a18e1e8a4c0b773" providerId="Windows Live" clId="Web-{E69CAC52-A8F9-41DC-B31F-E458F096B6DD}" dt="2025-11-11T00:06:52.441" v="158" actId="1076"/>
        <pc:sldMkLst>
          <pc:docMk/>
          <pc:sldMk cId="3740751344" sldId="258"/>
        </pc:sldMkLst>
        <pc:spChg chg="del mod">
          <ac:chgData name="duong bach" userId="3a18e1e8a4c0b773" providerId="Windows Live" clId="Web-{E69CAC52-A8F9-41DC-B31F-E458F096B6DD}" dt="2025-11-11T00:06:44.081" v="156"/>
          <ac:spMkLst>
            <pc:docMk/>
            <pc:sldMk cId="3740751344" sldId="258"/>
            <ac:spMk id="3" creationId="{57B8A91B-32B3-61C4-FF25-9CC7CD341539}"/>
          </ac:spMkLst>
        </pc:spChg>
        <pc:picChg chg="add mod ord">
          <ac:chgData name="duong bach" userId="3a18e1e8a4c0b773" providerId="Windows Live" clId="Web-{E69CAC52-A8F9-41DC-B31F-E458F096B6DD}" dt="2025-11-11T00:06:52.441" v="158" actId="1076"/>
          <ac:picMkLst>
            <pc:docMk/>
            <pc:sldMk cId="3740751344" sldId="258"/>
            <ac:picMk id="4" creationId="{AF8FDFC8-BE97-CE9C-DE02-B424484BC88D}"/>
          </ac:picMkLst>
        </pc:picChg>
      </pc:sldChg>
      <pc:sldChg chg="addSp delSp modSp ord">
        <pc:chgData name="duong bach" userId="3a18e1e8a4c0b773" providerId="Windows Live" clId="Web-{E69CAC52-A8F9-41DC-B31F-E458F096B6DD}" dt="2025-11-10T23:54:14.037" v="114" actId="20577"/>
        <pc:sldMkLst>
          <pc:docMk/>
          <pc:sldMk cId="986407772" sldId="261"/>
        </pc:sldMkLst>
        <pc:spChg chg="mod">
          <ac:chgData name="duong bach" userId="3a18e1e8a4c0b773" providerId="Windows Live" clId="Web-{E69CAC52-A8F9-41DC-B31F-E458F096B6DD}" dt="2025-11-10T23:34:27.352" v="13" actId="20577"/>
          <ac:spMkLst>
            <pc:docMk/>
            <pc:sldMk cId="986407772" sldId="261"/>
            <ac:spMk id="2" creationId="{1FE69C8D-1595-1426-D653-347F4A35E7C7}"/>
          </ac:spMkLst>
        </pc:spChg>
        <pc:spChg chg="add mod">
          <ac:chgData name="duong bach" userId="3a18e1e8a4c0b773" providerId="Windows Live" clId="Web-{E69CAC52-A8F9-41DC-B31F-E458F096B6DD}" dt="2025-11-10T23:54:14.037" v="114" actId="20577"/>
          <ac:spMkLst>
            <pc:docMk/>
            <pc:sldMk cId="986407772" sldId="261"/>
            <ac:spMk id="4" creationId="{880E0437-0BA6-7A90-FDA2-BF6CD1B9962A}"/>
          </ac:spMkLst>
        </pc:spChg>
        <pc:picChg chg="del">
          <ac:chgData name="duong bach" userId="3a18e1e8a4c0b773" providerId="Windows Live" clId="Web-{E69CAC52-A8F9-41DC-B31F-E458F096B6DD}" dt="2025-11-10T23:34:37.508" v="15"/>
          <ac:picMkLst>
            <pc:docMk/>
            <pc:sldMk cId="986407772" sldId="261"/>
            <ac:picMk id="6" creationId="{07400552-9617-D121-AC7B-5FCFF23D850D}"/>
          </ac:picMkLst>
        </pc:picChg>
      </pc:sldChg>
      <pc:sldChg chg="add ord replId">
        <pc:chgData name="duong bach" userId="3a18e1e8a4c0b773" providerId="Windows Live" clId="Web-{E69CAC52-A8F9-41DC-B31F-E458F096B6DD}" dt="2025-11-10T23:36:39.294" v="18"/>
        <pc:sldMkLst>
          <pc:docMk/>
          <pc:sldMk cId="2520890387" sldId="262"/>
        </pc:sldMkLst>
      </pc:sldChg>
      <pc:sldChg chg="modSp add del ord replId">
        <pc:chgData name="duong bach" userId="3a18e1e8a4c0b773" providerId="Windows Live" clId="Web-{E69CAC52-A8F9-41DC-B31F-E458F096B6DD}" dt="2025-11-10T23:46:38.792" v="72"/>
        <pc:sldMkLst>
          <pc:docMk/>
          <pc:sldMk cId="522631525" sldId="263"/>
        </pc:sldMkLst>
        <pc:spChg chg="mod">
          <ac:chgData name="duong bach" userId="3a18e1e8a4c0b773" providerId="Windows Live" clId="Web-{E69CAC52-A8F9-41DC-B31F-E458F096B6DD}" dt="2025-11-10T23:46:30.791" v="70" actId="20577"/>
          <ac:spMkLst>
            <pc:docMk/>
            <pc:sldMk cId="522631525" sldId="263"/>
            <ac:spMk id="4" creationId="{29C83335-34A1-B0EF-4B33-8A28C7C057A5}"/>
          </ac:spMkLst>
        </pc:spChg>
      </pc:sldChg>
      <pc:sldChg chg="modSp add replId">
        <pc:chgData name="duong bach" userId="3a18e1e8a4c0b773" providerId="Windows Live" clId="Web-{E69CAC52-A8F9-41DC-B31F-E458F096B6DD}" dt="2025-11-10T23:55:01.773" v="129" actId="20577"/>
        <pc:sldMkLst>
          <pc:docMk/>
          <pc:sldMk cId="1433662198" sldId="264"/>
        </pc:sldMkLst>
        <pc:spChg chg="mod">
          <ac:chgData name="duong bach" userId="3a18e1e8a4c0b773" providerId="Windows Live" clId="Web-{E69CAC52-A8F9-41DC-B31F-E458F096B6DD}" dt="2025-11-10T23:55:01.773" v="129" actId="20577"/>
          <ac:spMkLst>
            <pc:docMk/>
            <pc:sldMk cId="1433662198" sldId="264"/>
            <ac:spMk id="4" creationId="{AAE027CE-9DC5-B55E-158D-6A64A15D7D99}"/>
          </ac:spMkLst>
        </pc:spChg>
      </pc:sldChg>
      <pc:sldChg chg="modSp add replId">
        <pc:chgData name="duong bach" userId="3a18e1e8a4c0b773" providerId="Windows Live" clId="Web-{E69CAC52-A8F9-41DC-B31F-E458F096B6DD}" dt="2025-11-11T00:00:11.794" v="153" actId="20577"/>
        <pc:sldMkLst>
          <pc:docMk/>
          <pc:sldMk cId="408980088" sldId="265"/>
        </pc:sldMkLst>
        <pc:spChg chg="mod">
          <ac:chgData name="duong bach" userId="3a18e1e8a4c0b773" providerId="Windows Live" clId="Web-{E69CAC52-A8F9-41DC-B31F-E458F096B6DD}" dt="2025-11-11T00:00:11.794" v="153" actId="20577"/>
          <ac:spMkLst>
            <pc:docMk/>
            <pc:sldMk cId="408980088" sldId="265"/>
            <ac:spMk id="4" creationId="{7EAC1BFE-9E25-F443-2411-164FE4872878}"/>
          </ac:spMkLst>
        </pc:spChg>
      </pc:sldChg>
      <pc:sldChg chg="addSp modSp add replId modNotes">
        <pc:chgData name="duong bach" userId="3a18e1e8a4c0b773" providerId="Windows Live" clId="Web-{E69CAC52-A8F9-41DC-B31F-E458F096B6DD}" dt="2025-11-10T23:57:13.541" v="151" actId="1076"/>
        <pc:sldMkLst>
          <pc:docMk/>
          <pc:sldMk cId="533768185" sldId="266"/>
        </pc:sldMkLst>
        <pc:spChg chg="mod">
          <ac:chgData name="duong bach" userId="3a18e1e8a4c0b773" providerId="Windows Live" clId="Web-{E69CAC52-A8F9-41DC-B31F-E458F096B6DD}" dt="2025-11-10T23:55:54.024" v="146" actId="20577"/>
          <ac:spMkLst>
            <pc:docMk/>
            <pc:sldMk cId="533768185" sldId="266"/>
            <ac:spMk id="4" creationId="{B84FCAB7-B44C-632F-8386-FEF36982363B}"/>
          </ac:spMkLst>
        </pc:spChg>
        <pc:picChg chg="add mod">
          <ac:chgData name="duong bach" userId="3a18e1e8a4c0b773" providerId="Windows Live" clId="Web-{E69CAC52-A8F9-41DC-B31F-E458F096B6DD}" dt="2025-11-10T23:57:13.541" v="151" actId="1076"/>
          <ac:picMkLst>
            <pc:docMk/>
            <pc:sldMk cId="533768185" sldId="266"/>
            <ac:picMk id="3" creationId="{67088D7C-2B09-83F0-839F-4C6097155167}"/>
          </ac:picMkLst>
        </pc:picChg>
      </pc:sldChg>
      <pc:sldChg chg="add replId">
        <pc:chgData name="duong bach" userId="3a18e1e8a4c0b773" providerId="Windows Live" clId="Web-{E69CAC52-A8F9-41DC-B31F-E458F096B6DD}" dt="2025-11-11T00:06:36.768" v="154"/>
        <pc:sldMkLst>
          <pc:docMk/>
          <pc:sldMk cId="917103713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A9E5EF-CA30-4298-826B-A081DA9888F1}" type="datetimeFigureOut"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A70F73-9545-431B-80DD-C1741394C41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539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Core Concepts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Producer:</a:t>
            </a:r>
            <a:r>
              <a:rPr lang="en-US" dirty="0"/>
              <a:t> Publishes (sends) messages to topics.</a:t>
            </a:r>
          </a:p>
          <a:p>
            <a:pPr marL="285750" indent="-285750">
              <a:buFont typeface="Arial"/>
              <a:buChar char="•"/>
            </a:pPr>
            <a:r>
              <a:rPr lang="en-US" b="1" dirty="0"/>
              <a:t>Consumer:</a:t>
            </a:r>
            <a:r>
              <a:rPr lang="en-US" dirty="0"/>
              <a:t> Subscribes to topics and processes messages.</a:t>
            </a:r>
          </a:p>
          <a:p>
            <a:pPr marL="285750" indent="-285750">
              <a:buFont typeface="Arial"/>
              <a:buChar char="•"/>
            </a:pPr>
            <a:r>
              <a:rPr lang="en-US" b="1" dirty="0"/>
              <a:t>Topic:</a:t>
            </a:r>
            <a:r>
              <a:rPr lang="en-US" dirty="0"/>
              <a:t> A category or feed name to which messages are published.</a:t>
            </a:r>
          </a:p>
          <a:p>
            <a:pPr marL="285750" indent="-285750">
              <a:buFont typeface="Arial"/>
              <a:buChar char="•"/>
            </a:pPr>
            <a:r>
              <a:rPr lang="en-US" b="1" dirty="0"/>
              <a:t>Partition:</a:t>
            </a:r>
            <a:r>
              <a:rPr lang="en-US" dirty="0"/>
              <a:t> A topic is split into partitions for parallelism and scalability.</a:t>
            </a:r>
          </a:p>
          <a:p>
            <a:pPr marL="285750" indent="-285750">
              <a:buFont typeface="Arial"/>
              <a:buChar char="•"/>
            </a:pPr>
            <a:r>
              <a:rPr lang="en-US" b="1" dirty="0"/>
              <a:t>Broker:</a:t>
            </a:r>
            <a:r>
              <a:rPr lang="en-US" dirty="0"/>
              <a:t> A Kafka server that stores and serves messages.</a:t>
            </a:r>
          </a:p>
          <a:p>
            <a:pPr marL="285750" indent="-285750">
              <a:buFont typeface="Arial"/>
              <a:buChar char="•"/>
            </a:pPr>
            <a:r>
              <a:rPr lang="en-US" b="1" dirty="0"/>
              <a:t>Consumer Group:</a:t>
            </a:r>
            <a:r>
              <a:rPr lang="en-US" dirty="0"/>
              <a:t> A group of consumers that share message processing for load balancing.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A70F73-9545-431B-80DD-C1741394C411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250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8C378-5218-300B-FF79-D2A0FA0BB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endParaRPr lang="en-US" dirty="0">
              <a:ea typeface="+mj-lt"/>
              <a:cs typeface="+mj-lt"/>
            </a:endParaRPr>
          </a:p>
        </p:txBody>
      </p:sp>
      <p:pic>
        <p:nvPicPr>
          <p:cNvPr id="4" name="Content Placeholder 3" descr="A diagram of a card&#10;&#10;AI-generated content may be incorrect.">
            <a:extLst>
              <a:ext uri="{FF2B5EF4-FFF2-40B4-BE49-F238E27FC236}">
                <a16:creationId xmlns:a16="http://schemas.microsoft.com/office/drawing/2014/main" id="{AF8FDFC8-BE97-CE9C-DE02-B424484BC8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6929" y="2072481"/>
            <a:ext cx="10178142" cy="3122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751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35A6C-FF70-E896-1133-36C92CB11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20822-05C1-11B1-4D4D-7F2DAA6C5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706A4-08B8-F262-322C-154A873AF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dirty="0">
                <a:ea typeface="+mn-lt"/>
                <a:cs typeface="+mn-lt"/>
              </a:rPr>
              <a:t>In pub/sub systems, messages are published and consumed asynchronously.</a:t>
            </a:r>
            <a:endParaRPr lang="en-US" dirty="0">
              <a:ea typeface="Roboto"/>
              <a:cs typeface="Roboto"/>
            </a:endParaRPr>
          </a:p>
          <a:p>
            <a:pPr algn="just"/>
            <a:endParaRPr lang="en-US" dirty="0">
              <a:ea typeface="Roboto"/>
              <a:cs typeface="Roboto"/>
            </a:endParaRPr>
          </a:p>
          <a:p>
            <a:pPr algn="just"/>
            <a:r>
              <a:rPr lang="en-US" dirty="0">
                <a:ea typeface="+mn-lt"/>
                <a:cs typeface="+mn-lt"/>
              </a:rPr>
              <a:t>How do we identify messages belonging to the same flow and ensure they’re processed by the same instance?</a:t>
            </a:r>
            <a:endParaRPr lang="en-US" dirty="0"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917103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274DB-7AED-E0D5-6935-D27617A80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A9C69-0876-25DD-7A92-4288A2E12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>
                <a:ea typeface="+mj-lt"/>
                <a:cs typeface="+mj-lt"/>
              </a:rPr>
              <a:t>Correlation 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1CCC9-DE9B-48FB-1603-56752CD4D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dirty="0">
                <a:latin typeface="Aptos"/>
                <a:ea typeface="Roboto"/>
                <a:cs typeface="Roboto"/>
              </a:rPr>
              <a:t>A Correlation ID is a unique identifier that is added to the very first interaction (incoming request) to identify the context and is passed to all components that are involved in the transaction flow.</a:t>
            </a:r>
          </a:p>
          <a:p>
            <a:pPr algn="just"/>
            <a:endParaRPr lang="en-US" dirty="0">
              <a:ea typeface="Roboto"/>
              <a:cs typeface="Roboto"/>
            </a:endParaRPr>
          </a:p>
          <a:p>
            <a:pPr algn="just"/>
            <a:r>
              <a:rPr lang="en-US" dirty="0">
                <a:ea typeface="Roboto"/>
                <a:cs typeface="Roboto"/>
              </a:rPr>
              <a:t>Correlation ID becomes the glue that binds the transaction together and helps to draw an overall picture of events.</a:t>
            </a:r>
          </a:p>
          <a:p>
            <a:pPr algn="just"/>
            <a:endParaRPr lang="en-US" dirty="0">
              <a:ea typeface="Roboto"/>
              <a:cs typeface="Roboto"/>
            </a:endParaRPr>
          </a:p>
          <a:p>
            <a:pPr algn="just"/>
            <a:r>
              <a:rPr lang="en-US" dirty="0">
                <a:ea typeface="Roboto"/>
                <a:cs typeface="Roboto"/>
              </a:rPr>
              <a:t>Enables tracing across multiple systems, allows grouping of related events,...</a:t>
            </a:r>
            <a:endParaRPr lang="en-US" dirty="0"/>
          </a:p>
          <a:p>
            <a:pPr algn="just"/>
            <a:endParaRPr lang="en-US" dirty="0"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504440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77A21-A556-ECCA-464D-CD69BFD7F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4F9CC-28AB-652E-38F0-A5DDFD3B6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>
                <a:ea typeface="+mj-lt"/>
                <a:cs typeface="+mj-lt"/>
              </a:rPr>
              <a:t>Correlation ID</a:t>
            </a:r>
          </a:p>
        </p:txBody>
      </p:sp>
      <p:pic>
        <p:nvPicPr>
          <p:cNvPr id="19" name="Content Placeholder 18" descr="A screenshot of a flowchart&#10;&#10;AI-generated content may be incorrect.">
            <a:extLst>
              <a:ext uri="{FF2B5EF4-FFF2-40B4-BE49-F238E27FC236}">
                <a16:creationId xmlns:a16="http://schemas.microsoft.com/office/drawing/2014/main" id="{5021F648-D6AF-DDD4-D277-557A15C702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0059" y="1554229"/>
            <a:ext cx="8985909" cy="5092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097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3BBF0-0C23-3745-D9D3-7D0EF86D1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69C8D-1595-1426-D653-347F4A35E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Hash Load Balancing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0E0437-0BA6-7A90-FDA2-BF6CD1B99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With multiple instances consuming messages, we need </a:t>
            </a:r>
            <a:r>
              <a:rPr lang="en-US" b="1" dirty="0">
                <a:ea typeface="+mn-lt"/>
                <a:cs typeface="+mn-lt"/>
              </a:rPr>
              <a:t>consistent routing logic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Use a </a:t>
            </a:r>
            <a:r>
              <a:rPr lang="en-US" b="1" dirty="0">
                <a:ea typeface="+mn-lt"/>
                <a:cs typeface="+mn-lt"/>
              </a:rPr>
              <a:t>deterministic mapping function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endParaRPr lang="en-US" dirty="0">
              <a:latin typeface="Aptos" panose="020B0004020202020204"/>
            </a:endParaRPr>
          </a:p>
          <a:p>
            <a:pPr marL="0" indent="0">
              <a:buNone/>
            </a:pPr>
            <a:r>
              <a:rPr lang="en-US" dirty="0">
                <a:latin typeface="Consolas"/>
              </a:rPr>
              <a:t> </a:t>
            </a:r>
            <a:r>
              <a:rPr lang="en-US" sz="2400" dirty="0">
                <a:latin typeface="Consolas"/>
              </a:rPr>
              <a:t>target = hash(</a:t>
            </a:r>
            <a:r>
              <a:rPr lang="en-US" sz="2400" dirty="0" err="1">
                <a:latin typeface="Consolas"/>
              </a:rPr>
              <a:t>correlationId</a:t>
            </a:r>
            <a:r>
              <a:rPr lang="en-US" sz="2400" dirty="0">
                <a:latin typeface="Consolas"/>
              </a:rPr>
              <a:t>) mod N</a:t>
            </a:r>
            <a:endParaRPr lang="en-US" sz="1800" dirty="0">
              <a:latin typeface="Consolas"/>
            </a:endParaRPr>
          </a:p>
          <a:p>
            <a:pPr marL="0" indent="0">
              <a:buNone/>
            </a:pPr>
            <a:endParaRPr lang="en-US" sz="2400" dirty="0">
              <a:latin typeface="Consolas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 where </a:t>
            </a:r>
            <a:r>
              <a:rPr lang="en-US" sz="2000" i="1" dirty="0">
                <a:ea typeface="+mn-lt"/>
                <a:cs typeface="+mn-lt"/>
              </a:rPr>
              <a:t>N</a:t>
            </a:r>
            <a:r>
              <a:rPr lang="en-US" sz="2000" dirty="0">
                <a:ea typeface="+mn-lt"/>
                <a:cs typeface="+mn-lt"/>
              </a:rPr>
              <a:t> = number of processing instances.</a:t>
            </a:r>
            <a:endParaRPr lang="en-US" sz="2000" dirty="0"/>
          </a:p>
          <a:p>
            <a:endParaRPr lang="en-US" dirty="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407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64694-FF23-47D6-E6F2-2D5374295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DE9D-CA27-3A1F-DB4D-083DD8990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Hash Load Balancing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E027CE-9DC5-B55E-158D-6A64A15D7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Apache Kafka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Kafka is a </a:t>
            </a:r>
            <a:r>
              <a:rPr lang="en-US" b="1" dirty="0">
                <a:ea typeface="+mn-lt"/>
                <a:cs typeface="+mn-lt"/>
              </a:rPr>
              <a:t>distributed event streaming platform</a:t>
            </a:r>
            <a:r>
              <a:rPr lang="en-US" dirty="0">
                <a:ea typeface="+mn-lt"/>
                <a:cs typeface="+mn-lt"/>
              </a:rPr>
              <a:t> designed for high-performance data pipelines, streaming analytics, and real-time applications.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It allows </a:t>
            </a:r>
            <a:r>
              <a:rPr lang="en-US" b="1" dirty="0">
                <a:ea typeface="+mn-lt"/>
                <a:cs typeface="+mn-lt"/>
              </a:rPr>
              <a:t>publish-subscribe (pub/sub)</a:t>
            </a:r>
            <a:r>
              <a:rPr lang="en-US" dirty="0">
                <a:ea typeface="+mn-lt"/>
                <a:cs typeface="+mn-lt"/>
              </a:rPr>
              <a:t> communication between systems with strong durability and scalability.</a:t>
            </a:r>
            <a:endParaRPr lang="en-US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ea typeface="Roboto"/>
              <a:cs typeface="Roboto"/>
            </a:endParaRPr>
          </a:p>
          <a:p>
            <a:endParaRPr lang="en-US" dirty="0">
              <a:ea typeface="Roboto"/>
              <a:cs typeface="Roboto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662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F7A57-6EFE-B4C6-ECFA-C7055D4A9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C0C22-A95A-F1E1-0E0F-1206305EF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Hash Load Balancing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4FCAB7-B44C-632F-8386-FEF369823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ea typeface="Roboto"/>
              <a:cs typeface="Roboto"/>
            </a:endParaRPr>
          </a:p>
          <a:p>
            <a:endParaRPr lang="en-US" dirty="0">
              <a:ea typeface="Roboto"/>
              <a:cs typeface="Roboto"/>
            </a:endParaRPr>
          </a:p>
          <a:p>
            <a:endParaRPr lang="en-US">
              <a:ea typeface="Roboto"/>
              <a:cs typeface="Roboto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7088D7C-2B09-83F0-839F-4C6097155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908" y="1566072"/>
            <a:ext cx="10140462" cy="4616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768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CEA40-4DB1-5137-D90E-8C4D5E240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83331-80BB-5B3E-ECF3-F6DE579C0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Hash Load Balancing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AC1BFE-9E25-F443-2411-164FE4872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Apache Kafka integration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457200" indent="-457200"/>
            <a:r>
              <a:rPr lang="en-US" sz="2600" dirty="0"/>
              <a:t>Kafka's topics are partitioned, events with the same event key are written to the same partition.</a:t>
            </a:r>
          </a:p>
          <a:p>
            <a:pPr marL="457200" indent="-457200"/>
            <a:r>
              <a:rPr lang="en-US" sz="2600" dirty="0"/>
              <a:t>Each partition is consumed by exactly one consumer in the group.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Arial"/>
              <a:buChar char="•"/>
            </a:pPr>
            <a:endParaRPr lang="en-US" dirty="0"/>
          </a:p>
          <a:p>
            <a:pPr marL="0" indent="0">
              <a:buNone/>
            </a:pPr>
            <a:endParaRPr lang="en-US" dirty="0"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ea typeface="Roboto"/>
              <a:cs typeface="Roboto"/>
            </a:endParaRPr>
          </a:p>
          <a:p>
            <a:endParaRPr lang="en-US" dirty="0">
              <a:ea typeface="Roboto"/>
              <a:cs typeface="Roboto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80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0AFFE-29B6-46EB-424F-5A74290AA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B6951-6D86-4369-2333-63496B9BC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Hash Load Balancing</a:t>
            </a:r>
          </a:p>
        </p:txBody>
      </p:sp>
      <p:pic>
        <p:nvPicPr>
          <p:cNvPr id="6" name="Content Placeholder 5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B9A9E774-4179-DC3B-1481-75FFEE881B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09852"/>
            <a:ext cx="10922696" cy="4342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890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3D3AC-E701-1B0B-8AE2-D117DA870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Hash Load Balancing</a:t>
            </a:r>
          </a:p>
        </p:txBody>
      </p:sp>
      <p:pic>
        <p:nvPicPr>
          <p:cNvPr id="4" name="Content Placeholder 3" descr="MQTT Shared Subscriptions – MQTT 5 Essentials Part 7">
            <a:extLst>
              <a:ext uri="{FF2B5EF4-FFF2-40B4-BE49-F238E27FC236}">
                <a16:creationId xmlns:a16="http://schemas.microsoft.com/office/drawing/2014/main" id="{9B39ED1A-8ECC-E0F1-8DB2-CBF6A5380F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5108" y="1825625"/>
            <a:ext cx="58017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215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1. </vt:lpstr>
      <vt:lpstr>1. </vt:lpstr>
      <vt:lpstr>2. Correlation ID</vt:lpstr>
      <vt:lpstr>2. Correlation ID</vt:lpstr>
      <vt:lpstr>3. Hash Load Balancing</vt:lpstr>
      <vt:lpstr>3. Hash Load Balancing</vt:lpstr>
      <vt:lpstr>3. Hash Load Balancing</vt:lpstr>
      <vt:lpstr>3. Hash Load Balancing</vt:lpstr>
      <vt:lpstr>3. Hash Load Balancing</vt:lpstr>
      <vt:lpstr>3. Hash Load Balancing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122</cp:revision>
  <dcterms:created xsi:type="dcterms:W3CDTF">2025-11-10T14:25:03Z</dcterms:created>
  <dcterms:modified xsi:type="dcterms:W3CDTF">2025-11-11T00:06:54Z</dcterms:modified>
</cp:coreProperties>
</file>